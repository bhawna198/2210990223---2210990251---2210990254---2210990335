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24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1026543"/>
            <a:ext cx="9144000" cy="519137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Multi Approach Recommendation System for Book Discovery</a:t>
            </a:r>
            <a:endParaRPr lang="en-US" sz="35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Bhawna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,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Deepansh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,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Deepanshu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Aggarwal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,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Guransh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2210990223 , 2210990251 , 2210990254 , 2210990335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Gifty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716656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2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82880" y="1109742"/>
            <a:ext cx="8819848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online platforms like Amazon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led to a massive increase in available books.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face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find relevant books.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recommendation systems struggle to provide accurate and personalized suggestions.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New users or books lack sufficient data for     recommendations.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Limited user ratings reduce system effectiveness.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bias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Systems tend to recommend only highly popular books.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balance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diversity, and fairness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   recommendations.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FC23D7-C461-51B2-9717-161A768AD03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multi-approach recommendation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improves personalized book discovery for users.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and collaborative filtering techniques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leverage both item features and user behavior.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and dynamic weighted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adapt recommendations based on user preferences.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ranking quality, and personalization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relevant and useful book suggestions.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key challenges such as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problem, data sparsity, and popularity bias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ensuring fair and diverse recommendations.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11395" y="1104181"/>
            <a:ext cx="8575675" cy="1776023"/>
          </a:xfrm>
        </p:spPr>
        <p:txBody>
          <a:bodyPr/>
          <a:lstStyle/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the Book-Crossing dataset, which includes book details, user information, and rating data for building and testing the recommendation models.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cleaned by handling missing values, removing irrelevant features, and reducing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data quality and model efficiency.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recommends books based on similarity in metadata using TF-IDF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cosine similarity. </a:t>
            </a:r>
          </a:p>
        </p:txBody>
      </p:sp>
      <p:pic>
        <p:nvPicPr>
          <p:cNvPr id="4" name="image2.png"/>
          <p:cNvPicPr/>
          <p:nvPr/>
        </p:nvPicPr>
        <p:blipFill>
          <a:blip r:embed="rId2"/>
          <a:srcRect t="4959" r="4556" b="4948"/>
          <a:stretch>
            <a:fillRect/>
          </a:stretch>
        </p:blipFill>
        <p:spPr>
          <a:xfrm>
            <a:off x="2327523" y="3688608"/>
            <a:ext cx="4488953" cy="27926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1211263"/>
            <a:ext cx="8215313" cy="1471612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User-item interaction data is used to identify patterns, and SVD is applied to reduce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prediction accuracy.</a:t>
            </a:r>
          </a:p>
          <a:p>
            <a:endParaRPr lang="en-IN" dirty="0"/>
          </a:p>
        </p:txBody>
      </p:sp>
      <p:pic>
        <p:nvPicPr>
          <p:cNvPr id="4" name="image6.png"/>
          <p:cNvPicPr/>
          <p:nvPr/>
        </p:nvPicPr>
        <p:blipFill>
          <a:blip r:embed="rId2"/>
          <a:srcRect l="4369" t="5566" r="2264"/>
          <a:stretch>
            <a:fillRect/>
          </a:stretch>
        </p:blipFill>
        <p:spPr>
          <a:xfrm>
            <a:off x="1783080" y="2179320"/>
            <a:ext cx="5913120" cy="4434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323" y="1127904"/>
            <a:ext cx="33532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&amp; Dynamic Models: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approach combines content-based and collaborative methods, while a dynamic weighted model adjusts their contribution based on user preferences for better personalization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image8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573780" y="899160"/>
            <a:ext cx="5128260" cy="5760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55275" y="914040"/>
            <a:ext cx="8229240" cy="321816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results show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achieved the best overall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the approaches.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obtained the highest scores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MAP, and NDCG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better recommendation quality and ranking effectiveness.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03476E-44D8-C8DE-913F-721E5396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6" name="image9.png">
            <a:extLst>
              <a:ext uri="{FF2B5EF4-FFF2-40B4-BE49-F238E27FC236}">
                <a16:creationId xmlns:a16="http://schemas.microsoft.com/office/drawing/2014/main" id="{18CA7930-1715-1212-50CE-700241AAEA8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009956" y="3171675"/>
            <a:ext cx="4692770" cy="27287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6D6F70-416E-A769-AFE6-9D553B0A8FA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8793" y="1044036"/>
            <a:ext cx="8229600" cy="282575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well in terms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and personalization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its ranking performance was comparatively lower.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the lowest performance due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sparsity in user-item interactions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weighted hybrid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moderate results but did not outperform the standard hybrid approach.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results demonstrate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techniques improves the accuracy and reliability of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id="{1F7E6E1B-ED90-C32A-4017-C4B44A2DE54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706245" y="3767287"/>
            <a:ext cx="5731510" cy="2825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327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multi-approach recommendation system effectively addresses key challenges in book recommendation such as cold-start problem, data sparsity, and popularity bias.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model demonstrated the best overall performance, achieving higher accuracy, precision, recall, MAP, and NDCG compared to individual approaches.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contributed to strong personalization and diversity, while collaborative filtering helped capture user behavior patterns.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dynamic hybrid model showed adaptability, the standard hybrid approach provided a more stable and balanced performance.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integrating multiple recommendation techniques results in more accurate, fair, and personalized recommendations, enhancing user experience in real-world e-commerce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10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622</Words>
  <Application>Microsoft Office PowerPoint</Application>
  <PresentationFormat>On-screen Show (4:3)</PresentationFormat>
  <Paragraphs>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Objective</vt:lpstr>
      <vt:lpstr>Methodology</vt:lpstr>
      <vt:lpstr>PowerPoint Presentation</vt:lpstr>
      <vt:lpstr>PowerPoint Presentation</vt:lpstr>
      <vt:lpstr>Result</vt:lpstr>
      <vt:lpstr>PowerPoint Presentation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Bhawna Chaudhary</cp:lastModifiedBy>
  <cp:revision>2306</cp:revision>
  <dcterms:created xsi:type="dcterms:W3CDTF">2010-04-09T07:36:00Z</dcterms:created>
  <dcterms:modified xsi:type="dcterms:W3CDTF">2026-04-28T19:01:18Z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E35444631DB84086B66ED499A96832B6_13</vt:lpwstr>
  </property>
  <property fmtid="{D5CDD505-2E9C-101B-9397-08002B2CF9AE}" pid="15" name="KSOProductBuildVer">
    <vt:lpwstr>1033-12.2.0.23196</vt:lpwstr>
  </property>
</Properties>
</file>